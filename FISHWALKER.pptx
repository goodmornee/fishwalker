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8"/>
  </p:notesMasterIdLst>
  <p:handoutMasterIdLst>
    <p:handoutMasterId r:id="rId9"/>
  </p:handoutMasterIdLst>
  <p:sldIdLst>
    <p:sldId id="319" r:id="rId5"/>
    <p:sldId id="320" r:id="rId6"/>
    <p:sldId id="309" r:id="rId7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8" autoAdjust="0"/>
  </p:normalViewPr>
  <p:slideViewPr>
    <p:cSldViewPr snapToGrid="0">
      <p:cViewPr varScale="1">
        <p:scale>
          <a:sx n="96" d="100"/>
          <a:sy n="96" d="100"/>
        </p:scale>
        <p:origin x="180" y="57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84" y="1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8542D7CC-E8A3-429C-9F30-B39663AB044E}" type="datetime1">
              <a:rPr lang="ru-RU" smtClean="0"/>
              <a:t>15.03.2026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BF9A36D-7FAC-478F-9944-F324014F6FD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89D3EA30-A193-4EC3-B66C-38C9131FAA4E}" type="datetime1">
              <a:rPr lang="ru-RU" smtClean="0"/>
              <a:pPr/>
              <a:t>15.03.2026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D4B9A9E5-4F7F-4A7D-9DE1-89923232926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5838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4B9A9E5-4F7F-4A7D-9DE1-89923232926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Графический объект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ru-RU" sz="2000"/>
            </a:lvl1pPr>
            <a:lvl2pPr>
              <a:lnSpc>
                <a:spcPct val="120000"/>
              </a:lnSpc>
              <a:defRPr lang="ru-RU" sz="1800"/>
            </a:lvl2pPr>
            <a:lvl3pPr>
              <a:lnSpc>
                <a:spcPct val="120000"/>
              </a:lnSpc>
              <a:defRPr lang="ru-RU" sz="1600"/>
            </a:lvl3pPr>
            <a:lvl4pPr>
              <a:lnSpc>
                <a:spcPct val="120000"/>
              </a:lnSpc>
              <a:defRPr lang="ru-RU" sz="1400"/>
            </a:lvl4pPr>
            <a:lvl5pPr>
              <a:lnSpc>
                <a:spcPct val="120000"/>
              </a:lnSpc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Графический объект 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зо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ru-RU" sz="48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ru-RU" sz="2000"/>
            </a:lvl1pPr>
            <a:lvl2pPr marL="457200" indent="0">
              <a:buNone/>
              <a:defRPr lang="ru-RU" sz="1800"/>
            </a:lvl2pPr>
            <a:lvl3pPr marL="914400" indent="0">
              <a:buNone/>
              <a:defRPr lang="ru-RU" sz="1600"/>
            </a:lvl3pPr>
            <a:lvl4pPr marL="1371600" indent="0">
              <a:buNone/>
              <a:defRPr lang="ru-RU" sz="1400"/>
            </a:lvl4pPr>
            <a:lvl5pPr marL="1828800" indent="0">
              <a:buNone/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лева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Графический объект 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ru-RU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sp>
        <p:nvSpPr>
          <p:cNvPr id="9" name="Объект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ru-RU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/>
            </a:lvl1pPr>
            <a:lvl2pPr>
              <a:spcBef>
                <a:spcPts val="0"/>
              </a:spcBef>
              <a:spcAft>
                <a:spcPts val="1200"/>
              </a:spcAft>
              <a:defRPr lang="ru-RU" sz="1800"/>
            </a:lvl2pPr>
            <a:lvl3pPr>
              <a:spcBef>
                <a:spcPts val="0"/>
              </a:spcBef>
              <a:spcAft>
                <a:spcPts val="1200"/>
              </a:spcAft>
              <a:defRPr lang="ru-RU" sz="1600"/>
            </a:lvl3pPr>
            <a:lvl4pPr>
              <a:spcBef>
                <a:spcPts val="0"/>
              </a:spcBef>
              <a:spcAft>
                <a:spcPts val="1200"/>
              </a:spcAft>
              <a:defRPr lang="ru-RU" sz="1400"/>
            </a:lvl4pPr>
            <a:lvl5pPr>
              <a:spcBef>
                <a:spcPts val="0"/>
              </a:spcBef>
              <a:spcAft>
                <a:spcPts val="1200"/>
              </a:spcAft>
              <a:defRPr lang="ru-RU" sz="14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изображение справ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0" name="Объект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ru-RU" sz="2000"/>
            </a:lvl1pPr>
          </a:lstStyle>
          <a:p>
            <a:pPr rtl="0"/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содержимое и таблиц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dirty="0">
              <a:latin typeface="Arial" panose="020B0604020202020204" pitchFamily="34" charset="0"/>
            </a:endParaRPr>
          </a:p>
        </p:txBody>
      </p:sp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0"/>
            </a:lvl1pPr>
            <a:lvl2pPr>
              <a:spcBef>
                <a:spcPts val="0"/>
              </a:spcBef>
              <a:spcAft>
                <a:spcPts val="1200"/>
              </a:spcAft>
              <a:defRPr lang="ru-RU" sz="1800" b="0"/>
            </a:lvl2pPr>
            <a:lvl3pPr>
              <a:spcBef>
                <a:spcPts val="0"/>
              </a:spcBef>
              <a:spcAft>
                <a:spcPts val="1200"/>
              </a:spcAft>
              <a:defRPr lang="ru-RU" sz="1600" b="0"/>
            </a:lvl3pPr>
            <a:lvl4pPr>
              <a:spcBef>
                <a:spcPts val="0"/>
              </a:spcBef>
              <a:spcAft>
                <a:spcPts val="1200"/>
              </a:spcAft>
              <a:defRPr lang="ru-RU" sz="1400" b="0"/>
            </a:lvl4pPr>
            <a:lvl5pPr>
              <a:spcBef>
                <a:spcPts val="0"/>
              </a:spcBef>
              <a:spcAft>
                <a:spcPts val="1200"/>
              </a:spcAft>
              <a:defRPr lang="ru-RU" sz="14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3" name="Заполнитель таблицы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ru-RU" sz="2000"/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 содержимого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Графический объект 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Графический объект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ru-RU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ru-RU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ru-RU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ru-RU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ru-RU" sz="1600" b="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2" name="Объект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ru-RU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ru-RU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ru-RU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ru-RU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ru-RU" sz="1400" b="1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9" name="Заполнитель таблицы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ru-RU" sz="2400"/>
            </a:lvl1pPr>
          </a:lstStyle>
          <a:p>
            <a:pPr rtl="0"/>
            <a:r>
              <a:rPr lang="ru-RU"/>
              <a:t>Вставка таблицы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ru-RU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ru-RU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pic>
        <p:nvPicPr>
          <p:cNvPr id="2" name="Графический объект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Набор слайдов для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ru-RU"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5CEABB6-07DC-46E8-9B57-56EC44A396E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BE9E3BE-5A7F-0AD4-3D39-86AC399C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2768" y="1988389"/>
            <a:ext cx="6086463" cy="1440611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pPr rtl="0"/>
            <a:r>
              <a:rPr lang="en-US" sz="7200" b="1" dirty="0">
                <a:latin typeface="Ink Free" panose="03080402000500000000" pitchFamily="66" charset="0"/>
              </a:rPr>
              <a:t>FISHWALKER</a:t>
            </a:r>
            <a:endParaRPr lang="ru-RU" sz="7200" b="1" dirty="0">
              <a:latin typeface="Ink Free" panose="03080402000500000000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3AFCD-7D0C-4DA7-A799-EE0A4CEC8672}"/>
              </a:ext>
            </a:extLst>
          </p:cNvPr>
          <p:cNvSpPr txBox="1"/>
          <p:nvPr/>
        </p:nvSpPr>
        <p:spPr>
          <a:xfrm>
            <a:off x="8108830" y="5529532"/>
            <a:ext cx="3933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solidFill>
                  <a:schemeClr val="bg1"/>
                </a:solidFill>
                <a:latin typeface="Emes" pitchFamily="50" charset="0"/>
              </a:rPr>
              <a:t>Учебная группа</a:t>
            </a:r>
          </a:p>
          <a:p>
            <a:pPr algn="r"/>
            <a:r>
              <a:rPr lang="ru-RU" sz="2400" dirty="0">
                <a:solidFill>
                  <a:schemeClr val="bg1"/>
                </a:solidFill>
                <a:latin typeface="Emes" pitchFamily="50" charset="0"/>
              </a:rPr>
              <a:t>Сысоев Роман</a:t>
            </a:r>
            <a:r>
              <a:rPr lang="en-US" sz="2400" dirty="0">
                <a:solidFill>
                  <a:schemeClr val="bg1"/>
                </a:solidFill>
                <a:latin typeface="Emes" pitchFamily="50" charset="0"/>
              </a:rPr>
              <a:t> J3103</a:t>
            </a:r>
            <a:endParaRPr lang="ru-RU" sz="2400" dirty="0">
              <a:solidFill>
                <a:schemeClr val="bg1"/>
              </a:solidFill>
              <a:latin typeface="Emes" pitchFamily="50" charset="0"/>
            </a:endParaRPr>
          </a:p>
          <a:p>
            <a:pPr algn="r"/>
            <a:r>
              <a:rPr lang="ru-RU" sz="2400" dirty="0">
                <a:solidFill>
                  <a:schemeClr val="bg1"/>
                </a:solidFill>
                <a:latin typeface="Emes" pitchFamily="50" charset="0"/>
              </a:rPr>
              <a:t>Новиков Антон</a:t>
            </a:r>
            <a:r>
              <a:rPr lang="en-US" sz="2400" dirty="0">
                <a:solidFill>
                  <a:schemeClr val="bg1"/>
                </a:solidFill>
                <a:latin typeface="Emes" pitchFamily="50" charset="0"/>
              </a:rPr>
              <a:t> J3102</a:t>
            </a:r>
            <a:endParaRPr lang="ru-RU" sz="2400" dirty="0">
              <a:solidFill>
                <a:schemeClr val="bg1"/>
              </a:solidFill>
              <a:latin typeface="Eme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5BE9E3BE-5A7F-0AD4-3D39-86AC399C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8" y="3429000"/>
            <a:ext cx="11097883" cy="204877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>
              <a:spcBef>
                <a:spcPts val="1800"/>
              </a:spcBef>
              <a:spcAft>
                <a:spcPts val="600"/>
              </a:spcAft>
            </a:pPr>
            <a:r>
              <a:rPr lang="ru-RU" sz="2400" b="0" i="0" u="none" strike="noStrike" dirty="0">
                <a:effectLst/>
                <a:latin typeface="Emes" pitchFamily="50" charset="0"/>
              </a:rPr>
              <a:t>Игра представляет собой текстовую RPG в морском сеттинге. Вы играете за бывшего моряка, которому приходится вновь взяться за удочку ради спасения прибрежной деревни от нашествия морских тварей, захватывающих тела жителей.</a:t>
            </a:r>
            <a:endParaRPr lang="ru-RU" sz="2400" b="1" dirty="0">
              <a:latin typeface="Emes" pitchFamily="50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B1D322-006D-AF83-870B-B1805322BBD2}"/>
              </a:ext>
            </a:extLst>
          </p:cNvPr>
          <p:cNvSpPr txBox="1"/>
          <p:nvPr/>
        </p:nvSpPr>
        <p:spPr>
          <a:xfrm>
            <a:off x="3365740" y="1883973"/>
            <a:ext cx="5460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i="0" u="none" strike="noStrike" dirty="0">
                <a:solidFill>
                  <a:schemeClr val="bg1"/>
                </a:solidFill>
                <a:effectLst/>
                <a:latin typeface="Emes" pitchFamily="50" charset="0"/>
              </a:rPr>
              <a:t>Краткое описание игры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246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Графический объект 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697546"/>
            <a:ext cx="5057104" cy="1462908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>
                <a:latin typeface="Emes" pitchFamily="50" charset="0"/>
              </a:rPr>
              <a:t>Спасибо</a:t>
            </a:r>
            <a:br>
              <a:rPr lang="ru-RU" dirty="0">
                <a:latin typeface="Emes" pitchFamily="50" charset="0"/>
              </a:rPr>
            </a:br>
            <a:r>
              <a:rPr lang="ru-RU" dirty="0">
                <a:latin typeface="Emes" pitchFamily="50" charset="0"/>
              </a:rPr>
              <a:t>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Arial"/>
      </a:majorFont>
      <a:minorFont>
        <a:latin typeface="Tenorite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374_TF22318419_Win32" id="{190C78A2-73A9-4810-90AD-E7DCF6145837}" vid="{9BDBB77D-0AF8-4EC5-880C-F23D138FD67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Минималистичная презентация о продажах</Template>
  <TotalTime>20</TotalTime>
  <Words>53</Words>
  <Application>Microsoft Office PowerPoint</Application>
  <PresentationFormat>Widescreen</PresentationFormat>
  <Paragraphs>10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Emes</vt:lpstr>
      <vt:lpstr>Ink Free</vt:lpstr>
      <vt:lpstr>Пользовательская</vt:lpstr>
      <vt:lpstr>FISHWALKER</vt:lpstr>
      <vt:lpstr>Игра представляет собой текстовую RPG в морском сеттинге. Вы играете за бывшего моряка, которому приходится вновь взяться за удочку ради спасения прибрежной деревни от нашествия морских тварей, захватывающих тела жителей.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Goodmornee Goodmornee</dc:creator>
  <cp:lastModifiedBy>Doomfist 29</cp:lastModifiedBy>
  <cp:revision>2</cp:revision>
  <dcterms:created xsi:type="dcterms:W3CDTF">2026-03-15T16:35:43Z</dcterms:created>
  <dcterms:modified xsi:type="dcterms:W3CDTF">2026-03-15T17:21:19Z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